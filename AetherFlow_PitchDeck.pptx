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AETHERFLOW.AI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Autonomous Self-Healing Webhook Gateway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Presented by: Samuel Oluwatosin Adesanya</a:t>
            </a:r>
            <a:endParaRPr lang="en-US" sz="1800" dirty="0"/>
          </a:p>
        </p:txBody>
      </p:sp>
      <p:pic>
        <p:nvPicPr>
          <p:cNvPr id="5" name="Image 0" descr="https://images.presentationgo.com/2025/04/abstract-neural-network-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457200"/>
            <a:ext cx="3657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THE PROBLEM: SCHEMA DRIFT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• APIs constantly change keys (e.g., 'user_id' -&gt; 'userId').
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• Data types mismatch (receiving strings instead of integers).
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• Result: 500 Server Errors, dropped payments, and lost data.
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• Engineering teams waste hours writing manual patches.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THE SOLUTION: AETHERFLOW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• Intercepts malformed incoming data automatically.
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• Analyzes the semantic intent of the broken payload.
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• Uses AI to perfectly map and patch data to your strict schema.
</a:t>
            </a:r>
            <a:endParaRPr lang="en-US" sz="2000" dirty="0"/>
          </a:p>
        </p:txBody>
      </p:sp>
      <p:pic>
        <p:nvPicPr>
          <p:cNvPr id="4" name="Image 0" descr="https://static.vecteezy.com/system/resources/thumbnails/074/108/198/small_2x/data-flow-pipe-abstract-tunnel-vibrant-glowing-lines-curved-neon-ribbons-pulse-with-rainbow-colors-mesmerizing-digital-event-visuals-bend-into-a-futuristic-portal-tech-presentations-musics-free-vide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ENGINE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828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Incoming Webhook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651760" y="18288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18CF8"/>
                </a:solidFill>
              </a:rPr>
              <a:t>➔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1828800"/>
            <a:ext cx="1828800" cy="914400"/>
          </a:xfrm>
          <a:prstGeom prst="rect">
            <a:avLst/>
          </a:prstGeom>
          <a:solidFill>
            <a:srgbClr val="312E81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Zod Native Validation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0" y="18288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18CF8"/>
                </a:solidFill>
              </a:rPr>
              <a:t>➔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669280" y="1371600"/>
            <a:ext cx="1828800" cy="1828800"/>
          </a:xfrm>
          <a:prstGeom prst="rect">
            <a:avLst/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Groq Llama-3 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(Heals Drift)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89520" y="18288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18CF8"/>
                </a:solidFill>
              </a:rPr>
              <a:t>➔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13716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18288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Database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BUSINESS IMPACT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• Zero Downtime: Never lose a transaction to API changes.
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• Universal Engine: Works with Stripe, GitHub, Shopify, etc.
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• Engineering Freedom: Devs stop writing fragile mapping scripts.</a:t>
            </a:r>
            <a:endParaRPr lang="en-US" sz="2000" dirty="0"/>
          </a:p>
        </p:txBody>
      </p:sp>
      <p:pic>
        <p:nvPicPr>
          <p:cNvPr id="4" name="Image 0" descr="https://png.pngtree.com/thumb_back/fw800/background/20251225/pngtree-futuristic-data-center-with-neon-lights-and-server-racks-image_20912515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097280"/>
            <a:ext cx="274320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2026-08-24T22:39:15Z</dcterms:created>
  <dcterms:modified xsi:type="dcterms:W3CDTF">2026-08-24T22:39:15Z</dcterms:modified>
</cp:coreProperties>
</file>